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2"/>
  </p:notesMasterIdLst>
  <p:sldIdLst>
    <p:sldId id="291" r:id="rId2"/>
    <p:sldId id="281" r:id="rId3"/>
    <p:sldId id="297" r:id="rId4"/>
    <p:sldId id="290" r:id="rId5"/>
    <p:sldId id="293" r:id="rId6"/>
    <p:sldId id="298" r:id="rId7"/>
    <p:sldId id="299" r:id="rId8"/>
    <p:sldId id="294" r:id="rId9"/>
    <p:sldId id="296" r:id="rId10"/>
    <p:sldId id="300" r:id="rId1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1" autoAdjust="0"/>
    <p:restoredTop sz="95033" autoAdjust="0"/>
  </p:normalViewPr>
  <p:slideViewPr>
    <p:cSldViewPr snapToGrid="0" snapToObjects="1">
      <p:cViewPr varScale="1">
        <p:scale>
          <a:sx n="49" d="100"/>
          <a:sy n="49" d="100"/>
        </p:scale>
        <p:origin x="67" y="78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C256-9BE4-4EB7-4924-B99A1A5ED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48DC83CD-163C-ECF6-3889-9ED02E14E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43B28D1A-D096-E1FA-DC64-1E54B9B2E8E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CAEB3B2B-3360-AEDA-CCAF-4E735DA95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6124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5E58F-07E6-C19B-4E83-1D7AC3293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10F1E237-0D51-9D35-EDF0-2518E2C1E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C10559-954C-3EA1-4E87-6CC1FBF3F4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44548F85-39A8-3336-CB25-EEB37161A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177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B8BE-3B28-F5A7-1FFA-954A6A237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2B46D6D-A78C-9743-AEAC-B3692B8B6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9BCFEC98-B32F-8CE3-05FA-10ABD4031F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827D1D78-B123-CF97-96F2-70ECF03DED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729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6D2B5-3E94-C894-CACC-3BB928271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E680736C-DA1A-66B9-C715-52A3C6931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AE5E380-82FF-C017-0A46-B0489F2CD7C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F86BC41-56BA-0B16-1C97-DB6412185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1588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0" r="3250"/>
          <a:stretch/>
        </p:blipFill>
        <p:spPr>
          <a:xfrm>
            <a:off x="6756143" y="1839624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62812" y="-225139"/>
            <a:ext cx="12192000" cy="1376437"/>
          </a:xfrm>
        </p:spPr>
        <p:txBody>
          <a:bodyPr/>
          <a:lstStyle/>
          <a:p>
            <a:pPr algn="l"/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INNO</a:t>
            </a:r>
            <a:r>
              <a:rPr lang="en-IN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TRACK INTERNSHIP PROGRAM - </a:t>
            </a:r>
            <a:r>
              <a:rPr lang="en-US" sz="3200" b="1" dirty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32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151298"/>
            <a:ext cx="7976082" cy="2932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G.SriVarshini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sentiment&amp;Trend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predictor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 (AI/ML)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VTU ID: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VTU28014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0847439" y="0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36522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Social Sentiment &amp; Trend Predictor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2465398" y="726238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D118E77-3DAB-3E65-10B9-8939E3ABFE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037" y="1109149"/>
            <a:ext cx="10200097" cy="4955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has become one of the largest platforms where people express their opinions, experiences, and feedback every day.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huge volume of data manually is time-consuming and inefficient.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Sentiment &amp; Trend Predictor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web application that uses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media text and classify it into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Positive, Negative, Neutral, or Irrelevant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sentiments. Built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provides fast, accurate, and user-friendly sentiment prediction, helping businesses, researchers, and organizations understand public opinion and identify emerging trends for better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AE2B-4011-21F6-7EB2-89DA4C04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AD7C89B-D405-F7E7-87F0-F5213617E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111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22C670-B0DB-E0C7-5DEF-43F231165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8D1E2D2-1DE6-FFC8-837A-83307098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65398" y="7262380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48CEFA6-8BD6-ECF7-58C0-506392549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05" y="116024"/>
            <a:ext cx="5698190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Idea and solution: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Idea: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intelligent web application that automatically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social media posts and identifies the sentiment expressed by users. The system helps understand customer opinions, public feedback, and trending discussions without manual analysis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/>
              <a:t>Solution:</a:t>
            </a:r>
          </a:p>
          <a:p>
            <a:pPr algn="just"/>
            <a:r>
              <a:rPr lang="en-IN" sz="2000" dirty="0"/>
              <a:t>The proposed solution uses </a:t>
            </a:r>
            <a:r>
              <a:rPr lang="en-IN" sz="2000" b="1" dirty="0"/>
              <a:t>Natural Language Processing (NLP)</a:t>
            </a:r>
            <a:r>
              <a:rPr lang="en-IN" sz="2000" dirty="0"/>
              <a:t> and </a:t>
            </a:r>
            <a:r>
              <a:rPr lang="en-IN" sz="2000" b="1" dirty="0"/>
              <a:t>Machine Learning</a:t>
            </a:r>
            <a:r>
              <a:rPr lang="en-IN" sz="2000" dirty="0"/>
              <a:t> techniques to process social media text and classify sentiments into </a:t>
            </a:r>
            <a:r>
              <a:rPr lang="en-IN" sz="2000" b="1" dirty="0"/>
              <a:t>Positive, Negative, Neutral, and Irrelevant</a:t>
            </a:r>
            <a:r>
              <a:rPr lang="en-IN" sz="2000" dirty="0"/>
              <a:t> categories. Users submit text through a Flask web application, where it is </a:t>
            </a:r>
            <a:r>
              <a:rPr lang="en-IN" sz="2000" dirty="0" err="1"/>
              <a:t>analyzed</a:t>
            </a:r>
            <a:r>
              <a:rPr lang="en-IN" sz="2000" dirty="0"/>
              <a:t> instantly and the prediction is displayed. The system also stores prediction history for future reference.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A6FAC0C-0E45-4344-C0F6-BDEC2F3A112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5999" y="66837"/>
            <a:ext cx="5698190" cy="71096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Uniqueness:</a:t>
            </a:r>
          </a:p>
          <a:p>
            <a:r>
              <a:rPr lang="en-IN" sz="2800" dirty="0"/>
              <a:t>✔ AI-powered sentiment analysis using NLP</a:t>
            </a:r>
          </a:p>
          <a:p>
            <a:r>
              <a:rPr lang="en-IN" sz="2800" dirty="0"/>
              <a:t>✔ Flask-based responsive web application</a:t>
            </a:r>
          </a:p>
          <a:p>
            <a:r>
              <a:rPr lang="en-IN" sz="2800" dirty="0"/>
              <a:t>✔ TF-IDF Vectorizer with Logistic Regression model</a:t>
            </a:r>
          </a:p>
          <a:p>
            <a:r>
              <a:rPr lang="en-IN" sz="2800" dirty="0"/>
              <a:t>✔ Four-class sentiment classification</a:t>
            </a:r>
          </a:p>
          <a:p>
            <a:r>
              <a:rPr lang="en-IN" sz="2800" dirty="0"/>
              <a:t>✔ Secure user authentication and login system</a:t>
            </a:r>
          </a:p>
          <a:p>
            <a:r>
              <a:rPr lang="en-IN" sz="2800" dirty="0"/>
              <a:t>✔ Prediction history stored using SQLite</a:t>
            </a:r>
          </a:p>
          <a:p>
            <a:r>
              <a:rPr lang="en-IN" sz="2800" dirty="0"/>
              <a:t>✔ Lightweight, scalable, and cloud deployable.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09362AD8-DA0B-52CD-BDB0-D7FA8321F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71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769429" y="861060"/>
            <a:ext cx="6890282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Used:</a:t>
            </a:r>
            <a:endParaRPr lang="en-IN" sz="3200" b="1" dirty="0"/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HTML, CSS, JavaScript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Python, Flask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NLP, TF-IDF, Logistic Regression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SQLite 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GitHub, Render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Input → NLP Preprocessing →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→ Logistic Regression → Sentiment Prediction → SQLite Database → Result &amp; History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H="1" flipV="1">
            <a:off x="4042064" y="8749144"/>
            <a:ext cx="606136" cy="45719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8E3439-E6F7-92DA-023D-A777A57FDA13}"/>
              </a:ext>
            </a:extLst>
          </p:cNvPr>
          <p:cNvSpPr/>
          <p:nvPr/>
        </p:nvSpPr>
        <p:spPr>
          <a:xfrm>
            <a:off x="396240" y="861060"/>
            <a:ext cx="5159828" cy="540911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F933E35-BF28-A8D3-C1CF-AED30185C4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9D9853-692D-2013-F3B9-AFB0C4D467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179965"/>
            <a:ext cx="4632960" cy="4816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4648200" y="8427026"/>
            <a:ext cx="3204000" cy="332509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6761BBFF-CDFD-C81B-D30B-F96C7DDB0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2B8E08-D1DE-C2CE-1AD0-5D3CB2255C53}"/>
              </a:ext>
            </a:extLst>
          </p:cNvPr>
          <p:cNvSpPr txBox="1"/>
          <p:nvPr/>
        </p:nvSpPr>
        <p:spPr>
          <a:xfrm>
            <a:off x="182880" y="1008784"/>
            <a:ext cx="1219199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Viability: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proven technologies such as Python, Flask, Scikit-learn, and SQLite.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and NLP enable accurate and efficient sentiment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deploy on cloud platforms like Render. 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Simple, user-friendly web interface.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minimal training to use.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quick sentiment analysis and prediction results.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Feasibility: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 free and open-source technologies.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development and maintenance cost.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students, startups, and small businesses.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71A64-9F1C-D019-045B-D88671598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3260B45-2AEF-5DA2-3314-D5934A065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6353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CCAED73B-6D01-B448-C991-25EA96471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9CA1F-FA22-1507-4E8F-18342F79A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3745487-F433-F3D9-6FCB-FF30B42B2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V="1">
            <a:off x="4648200" y="8427026"/>
            <a:ext cx="3204000" cy="332509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158E64C-217A-6880-CA08-45A5A838A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46524B-97A7-1489-90EE-43CAA644DCDE}"/>
              </a:ext>
            </a:extLst>
          </p:cNvPr>
          <p:cNvSpPr txBox="1"/>
          <p:nvPr/>
        </p:nvSpPr>
        <p:spPr>
          <a:xfrm>
            <a:off x="609600" y="1152018"/>
            <a:ext cx="1050509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Collecting noisy and unstructured social media data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Cleaning URLs, emojis, stop words, and special characters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Improving Machine Learning model accuracy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Integrating the trained model with Flask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user authentication and prediction history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Deploying the application successfully on Render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We Overcame These Challenges: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Applied NLP preprocessing techniques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Used TF-IDF for effective feature extraction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Selected Logistic Regression for reliable classification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Performed continuous testing and debugging</a:t>
            </a:r>
          </a:p>
          <a:p>
            <a:pPr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Successfully deployed the application after resolving dependency issues.</a:t>
            </a:r>
          </a:p>
        </p:txBody>
      </p:sp>
    </p:spTree>
    <p:extLst>
      <p:ext uri="{BB962C8B-B14F-4D97-AF65-F5344CB8AC3E}">
        <p14:creationId xmlns:p14="http://schemas.microsoft.com/office/powerpoint/2010/main" val="3969691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6DB8C-2957-A56A-4448-164770DE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2B3E545-EF3A-0EEF-1D14-8C89E90BF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26EC2057-AD07-A13D-E128-6F81F391C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9CB5B-78C3-8B22-B382-842C8A78F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C4A5B7C-41FA-8831-CA91-814A3E3D4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V="1">
            <a:off x="4648200" y="8427026"/>
            <a:ext cx="3204000" cy="332509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BACA13F-038C-5AE4-2999-60D463731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21077F-1B45-57D7-EC40-7FC00BE4CBF2}"/>
              </a:ext>
            </a:extLst>
          </p:cNvPr>
          <p:cNvSpPr txBox="1"/>
          <p:nvPr/>
        </p:nvSpPr>
        <p:spPr>
          <a:xfrm>
            <a:off x="877251" y="1258632"/>
            <a:ext cx="96926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Integrate real-time social media APIs (X/Twitter).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Improve accuracy using Deep Learning models (LSTM/BERT).   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Support multilingual sentiment analysis.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Develop an interactive analytics dashboard.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Predict trending topics and public opinion changes.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Enhance cloud security and scalability.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Develop a mobile application for real-time monitoring.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224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1514" y="2117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4648200" y="7383462"/>
            <a:ext cx="3204000" cy="503238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D8870D0-6E18-8D86-1EAA-6BB5F10B7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2BF1E3-B1AC-D88B-F27E-578754860043}"/>
              </a:ext>
            </a:extLst>
          </p:cNvPr>
          <p:cNvSpPr txBox="1"/>
          <p:nvPr/>
        </p:nvSpPr>
        <p:spPr>
          <a:xfrm>
            <a:off x="441960" y="1142299"/>
            <a:ext cx="109728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Automated analysis of social media sentiment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Helps businesses understand customer opinions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Demonstrates real-world application of AI, ML, and NLP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Supports data-driven decision-making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Reduces manual effort and analysis time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Provides fast and reliable sentiment predictions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Easy-to-use web application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Cost-effective solution using open-source technologies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✔ Can be extended for product reviews, brand monitoring, and customer feedback analysis.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 flipV="1">
            <a:off x="4648200" y="7689272"/>
            <a:ext cx="3204000" cy="72736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421C7591-12AE-A801-55B2-B5615E722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46" y="3621146"/>
            <a:ext cx="5926536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7F54C9-3E0D-4CEB-007D-2B6668938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0886134" y="57097"/>
            <a:ext cx="1122868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8AEDD6-67A9-FE79-B0A3-E60CCEB68DB6}"/>
              </a:ext>
            </a:extLst>
          </p:cNvPr>
          <p:cNvSpPr txBox="1"/>
          <p:nvPr/>
        </p:nvSpPr>
        <p:spPr>
          <a:xfrm>
            <a:off x="609600" y="1120557"/>
            <a:ext cx="101346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Sentiment &amp; Trend Predictor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demonstrates the integration of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Intelligence, Machine Learning, and Natural Language Processing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solve a real-world problem in sentiment analysis. By combining a Flask-based web application, secure user authentication, SQLite database integration, and an efficient Machine Learning model, the system provides accurate and reliable sentiment predictions. With future enhancements such as real-time social media integration, multilingual support, and advanced deep learning models, the application can evolve into a powerful platform for large-scale sentiment and trend analysis.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7BA7-C9E8-4E3A-904D-24048271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B3F4A49-9F4E-C1EF-770C-9D3DA21B7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81F5D99-5B39-27CF-8B4D-D374544B1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800" y="2293554"/>
            <a:ext cx="10972800" cy="1143000"/>
          </a:xfrm>
        </p:spPr>
        <p:txBody>
          <a:bodyPr/>
          <a:lstStyle/>
          <a:p>
            <a:pPr eaLnBrk="1" hangingPunct="1"/>
            <a:r>
              <a:rPr lang="en-US" sz="4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THANK YOU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13171-07B4-24B6-E4D2-670827ED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05D744F-E833-BAA6-AB6D-98C84B42F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flipV="1">
            <a:off x="4648200" y="7689272"/>
            <a:ext cx="3204000" cy="72736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5AC406C-78E7-57B1-6A85-02C08AC70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46" y="3621146"/>
            <a:ext cx="5926536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566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8662</TotalTime>
  <Words>821</Words>
  <Application>Microsoft Office PowerPoint</Application>
  <PresentationFormat>Widescreen</PresentationFormat>
  <Paragraphs>105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INNOTRACK INTERNSHIP PROGRAM - 2026</vt:lpstr>
      <vt:lpstr> Social Sentiment &amp; Trend Predictor</vt:lpstr>
      <vt:lpstr>PowerPoint Presentation</vt:lpstr>
      <vt:lpstr>TECHNICAL APPROACH</vt:lpstr>
      <vt:lpstr>FEASIBILITY AND VIABILITY</vt:lpstr>
      <vt:lpstr>CHALLENGES FACED</vt:lpstr>
      <vt:lpstr>FUTURE ENHANCEMENTS</vt:lpstr>
      <vt:lpstr>IMPACT AND BENEFITS</vt:lpstr>
      <vt:lpstr>CONCLUSION</vt:lpstr>
      <vt:lpstr>THANK YOU 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Sri Varshini Gangavaram</cp:lastModifiedBy>
  <cp:revision>176</cp:revision>
  <dcterms:created xsi:type="dcterms:W3CDTF">2013-12-12T18:46:50Z</dcterms:created>
  <dcterms:modified xsi:type="dcterms:W3CDTF">2026-07-18T08:53:41Z</dcterms:modified>
  <cp:category/>
</cp:coreProperties>
</file>